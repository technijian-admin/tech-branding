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EAAC8">
              <a:alpha val="12000"/>
            </a:srgbClr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4572000"/>
            <a:ext cx="4572000" cy="4572000"/>
          </a:xfrm>
          <a:prstGeom prst="ellipse">
            <a:avLst/>
          </a:prstGeom>
          <a:solidFill>
            <a:srgbClr val="F67D4B">
              <a:alpha val="8000"/>
            </a:srgbClr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7772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8835" y="7772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7590" y="7772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6346" y="7772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8759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8835" y="8759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7590" y="8759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6346" y="8759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9747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8835" y="9747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" y="9747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6346" y="9747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6541" y="7589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9692640" y="868680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1A1A2E">
              <a:alpha val="70000"/>
            </a:srgbClr>
          </a:solidFill>
          <a:ln w="12700">
            <a:solidFill>
              <a:srgbClr val="1EAA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0" y="868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CARDLOGIX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40080" y="3063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CardLogix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640080" y="41605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conversations worth having — for your shop, and for your law-enforcement customers.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789920" cy="16459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66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briefing  |  Ravi Jain ↔ Nick Schooler  |  Thu 2026-05-29  |  1:00 PM PT  |  Teams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486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Technology Dr. Ste 141, Irvine CA 92618  ·  technijian.com  ·  949.379.8499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675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43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6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675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86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6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1" y="301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0972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conversations worth having today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been five minutes apart for 25 years. Let's use the time well — your shop, and your law-enforcement deals.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CardLogix Corporation  |  2026-05-29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19456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194560"/>
            <a:ext cx="5486400" cy="9144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37744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· YOUR SHOP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" y="259689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Co-Managed IT for CardLogix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" y="2980944"/>
            <a:ext cx="515721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5–6 workstations and 2 servers. Nick keeps strategic control. Technijian absorbs the toil — 24/7 monitoring, patching, after-hours coverage, M365 hardening, second pair of eyes on incidents.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Co-Managed model is purpose-built for owner-operator IT shops that have outgrown the solo run — the help desk runs around you, not in place of you.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of this conversation: scope a free 30-minute IT assessment.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7512" y="5870448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Nick decides this one.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99632" y="219456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2194560"/>
            <a:ext cx="548640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237744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· LE CUSTOMERS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64224" y="259689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CJIS / MFA Partnership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64224" y="2980944"/>
            <a:ext cx="5157216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make the credentials — Credentsys PIV, FIDO2, FRAC. Law-enforcement agencies need somebody to wrap CJIS-grade managed-IT and MSSP around the hardware so the credential lands in a CJIS-ready home.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seam where Technijian fits as a channel partner — you don't lose deals to HID's tighter ecosystem because the full story now has a managed-services half.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of this conversation: agree whether the concept is worth a deeper look.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64224" y="5870448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Goulet + Hope approve this one.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675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43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6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675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86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6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1" y="301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US, WHY NOW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0972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business park. 25-year Irvine peer.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been here as long as you have. The local managed-IT partner that doesn't outsource your help desk to a continent away.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CardLogix Corporation  |  2026-05-29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19456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33172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02920" y="30175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CARDLOGIX FOUNDED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00984" y="219456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0984" y="233172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300984" y="30175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FOUNDED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99048" y="219456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9048" y="233172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 mi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099048" y="30175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BETWEEN OFFICES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97112" y="2194560"/>
            <a:ext cx="2615184" cy="128016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97112" y="233172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92618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897112" y="30175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IRVINE ZIP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3749040"/>
            <a:ext cx="112014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3749040"/>
            <a:ext cx="109728" cy="2377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39319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THAT MEANS FOR THIS CONVERSATION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4251960"/>
            <a:ext cx="10698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Local.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On-site response in minutes, not hours. No offshore handoff, no time-zone gap on an incident.
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Peer-vintage.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Same Irvine-tech generation. We grew up with the same vendors, the same compliance pressure curves, the same customer expectations.
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Surprise factor: low.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We know your space. CardLogix is a known commodity in identity — we don't need a discovery call to figure out what an HSPD-12 deployment looks like.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675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43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6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675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86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6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1" y="301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· CO-MANAGED 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0972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5–6 workstations and 2 servers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strategic control. We absorb the toil. The Co-Managed model is purpose-built for owner-operator shops that have outgrown the solo run.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CardLogix Corporation  |  2026-05-29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1031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103120"/>
            <a:ext cx="5486400" cy="9144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28600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" y="250545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desk &amp; monitoring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" y="2889504"/>
            <a:ext cx="51572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NOC + U.S.-based help desk. After-hours and weekend on-call escalation. ITIL ticketing with SLA reporting.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9632" y="21031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99632" y="2103120"/>
            <a:ext cx="548640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228600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64224" y="250545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Desktops &amp; servers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64224" y="2889504"/>
            <a:ext cx="51572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management, automated patching, hardware lifecycle, backup verification, M365 admin, performance tuning.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41605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160520"/>
            <a:ext cx="5486400" cy="91440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" y="434340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7512" y="456285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&amp; security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7512" y="4946904"/>
            <a:ext cx="51572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policy, VPN / SD-WAN, Wi-Fi optimization, segmentation, switch lifecycle, multi-site failover.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99632" y="4160520"/>
            <a:ext cx="5486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4160520"/>
            <a:ext cx="548640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64224" y="4343400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64224" y="4562856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leadership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64224" y="4946904"/>
            <a:ext cx="51572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vCIO reporting, technology roadmapping, IT budget modeling, vendor management, compliance posture reviews.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2920" y="6263640"/>
            <a:ext cx="11201400" cy="137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675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43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6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675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86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6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1" y="301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TECHNIJIAN STACK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0972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services that compose into a managed-IT + MSSP + compliance program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works standalone. Together they're the wrap CardLogix needs for its CJIS-grade deals.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CardLogix Corporation  |  2026-05-29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1031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103120"/>
            <a:ext cx="3611880" cy="9144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286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&amp; CO-MANAGED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" y="250545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7512" y="2889504"/>
            <a:ext cx="3282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monitoring + help desk + vCIO. Endpoint, network, server lifecycle. Fixed-scope projects when you need them.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06824" y="21031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6824" y="2103120"/>
            <a:ext cx="361188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71416" y="2286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MDR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71416" y="250545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Security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71416" y="2889504"/>
            <a:ext cx="3282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15-min critical SLA. EDR + SIEM + email security + MFA-everywhere + conditional access. IR + forensics + Fractional CISO.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10728" y="210312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10728" y="2103120"/>
            <a:ext cx="3611880" cy="91440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228600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FRAMEWORKS TODAY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75320" y="250545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Compliance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75320" y="2889504"/>
            <a:ext cx="3282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HIPAA, SOC 2, PCI-DSS, CMMC, GDPR, NIST CSF, CIS, ISO 27001. vCCO / vCISO. Audit-prep sherpa. Evidence collection.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43434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343400"/>
            <a:ext cx="3611880" cy="91440"/>
          </a:xfrm>
          <a:prstGeom prst="rect">
            <a:avLst/>
          </a:prstGeom>
          <a:solidFill>
            <a:srgbClr val="CBDB2D"/>
          </a:solidFill>
          <a:ln w="12700">
            <a:solidFill>
              <a:srgbClr val="CBDB2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" y="452628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CROSS-VENDOR SIEM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7512" y="474573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Jian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7512" y="5129784"/>
            <a:ext cx="3282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Technijian-built and operated. Ingests across firewall + EDR + email + DNS + backup + M365. MITRE-tagged. Continuous compliance.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06824" y="434340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06824" y="4343400"/>
            <a:ext cx="3611880" cy="91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71416" y="4526280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&amp; ADVISORY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71416" y="4745736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Dev / My AI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471416" y="5129784"/>
            <a:ext cx="32826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builds, AI Document Intelligence, knowledge graphs, agent workflows. Fractional AI Advisor on retainer.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BDB2D"/>
          </a:solidFill>
          <a:ln w="12700">
            <a:solidFill>
              <a:srgbClr val="CBDB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914400"/>
            <a:ext cx="4572000" cy="4572000"/>
          </a:xfrm>
          <a:prstGeom prst="ellipse">
            <a:avLst/>
          </a:prstGeom>
          <a:solidFill>
            <a:srgbClr val="1EAAC8">
              <a:alpha val="10000"/>
            </a:srgbClr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1675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043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186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1675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043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9186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1675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43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9186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9381" y="301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8686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109728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Jian</a:t>
            </a:r>
            <a:pPr indent="0" marL="0">
              <a:buNone/>
            </a:pPr>
            <a:r>
              <a:rPr lang="en-US" sz="26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our own cross-vendor SIEM &amp; compliance platform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169164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operated by Technijian. Same platform we sell to clients runs against our own environment.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2103120"/>
            <a:ext cx="11201400" cy="10973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286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INGESTS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60604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" y="260604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Sophos firewall syslog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28216" y="260604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83080" y="260604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INKY email security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953512" y="260604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08376" y="260604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CrowdStrike EDR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78808" y="260604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33672" y="260604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Huntress EDR / MDR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04104" y="260604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58968" y="260604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Meraki dashboard + syslog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10896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" y="31089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Veeam / NAKIVO backup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728216" y="310896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31089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Umbrella DNS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53512" y="310896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08376" y="31089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vCenter / vSphere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78808" y="310896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33672" y="31089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edge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04104" y="3108960"/>
            <a:ext cx="1133856" cy="384048"/>
          </a:xfrm>
          <a:prstGeom prst="roundRect">
            <a:avLst>
              <a:gd name="adj" fmla="val 11905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EAAC8">
                <a:alpha val="3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58968" y="310896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× 22 workloads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3794760"/>
            <a:ext cx="11201400" cy="7315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77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PRODUCES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2920" y="4297680"/>
            <a:ext cx="2157984" cy="1554480"/>
          </a:xfrm>
          <a:prstGeom prst="roundRect">
            <a:avLst>
              <a:gd name="adj" fmla="val 35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434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94360" y="49377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compliance evaluators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(HIPAA, SOC 2, PCI, Technijian baseline)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52344" y="4297680"/>
            <a:ext cx="2157984" cy="1554480"/>
          </a:xfrm>
          <a:prstGeom prst="roundRect">
            <a:avLst>
              <a:gd name="adj" fmla="val 35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43784" y="4434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2843784" y="49377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Cross-vendor SIEM correlation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+ 7-day retrospective sweep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01768" y="4297680"/>
            <a:ext cx="2157984" cy="1554480"/>
          </a:xfrm>
          <a:prstGeom prst="roundRect">
            <a:avLst>
              <a:gd name="adj" fmla="val 35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93208" y="4434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5093208" y="49377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ATT&amp;CK tagging on every event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detection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51192" y="4297680"/>
            <a:ext cx="2157984" cy="1554480"/>
          </a:xfrm>
          <a:prstGeom prst="roundRect">
            <a:avLst>
              <a:gd name="adj" fmla="val 35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42632" y="4434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1×/mo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342632" y="49377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Branded compliance DOCX 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environment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500616" y="4297680"/>
            <a:ext cx="2157984" cy="1554480"/>
          </a:xfrm>
          <a:prstGeom prst="roundRect">
            <a:avLst>
              <a:gd name="adj" fmla="val 35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92056" y="443484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9592056" y="49377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 — tamper-evident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2920" y="5989320"/>
            <a:ext cx="11201400" cy="548640"/>
          </a:xfrm>
          <a:prstGeom prst="roundRect">
            <a:avLst>
              <a:gd name="adj" fmla="val 10000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598932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prospect asks "show me you're compliant," Jian is what generates the answer — every month, automatically.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02920" y="6629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CardLogix Corporation  |  2026-05-29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155680" y="66111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BD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675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43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6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675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86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6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1" y="301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· PARTNERSHIP CONCEPT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0972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CardLogix hardware + Technijian managed-IT wrap, sold into CJIS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channel-style partnership where your existing PIV / FIDO2 / FRAC product portfolio drops into a CJIS-ready managed environment we operate at the agency.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CardLogix Corporation  |  2026-05-29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1031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2103120"/>
            <a:ext cx="3611880" cy="91440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2286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&amp; CREDENTIALS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CardLogix brings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04088" y="3008376"/>
            <a:ext cx="91440" cy="91440"/>
          </a:xfrm>
          <a:prstGeom prst="ellipse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Credentsys PIV (EAL 5+, FIPS 201)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" y="3511296"/>
            <a:ext cx="91440" cy="91440"/>
          </a:xfrm>
          <a:prstGeom prst="ellipse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FIDO2 smart cards (CJIS / AAL2/3)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04088" y="4014216"/>
            <a:ext cx="91440" cy="91440"/>
          </a:xfrm>
          <a:prstGeom prst="ellipse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Responder credentials (FRAC, PIV-I)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04088" y="4517136"/>
            <a:ext cx="91440" cy="91440"/>
          </a:xfrm>
          <a:prstGeom prst="ellipse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BIOSID biometric handhelds (IP67)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04088" y="5020056"/>
            <a:ext cx="91440" cy="91440"/>
          </a:xfrm>
          <a:prstGeom prst="ellipse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Issuance, verification, validation software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4088" y="5522976"/>
            <a:ext cx="91440" cy="91440"/>
          </a:xfrm>
          <a:prstGeom prst="ellipse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440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28-year US-based manufacturing credibility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06824" y="21031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06824" y="2103120"/>
            <a:ext cx="3611880" cy="9144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71416" y="2286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WRAP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71416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Technijian brings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507992" y="3008376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72584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/ AD integration for the agency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07992" y="3511296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72584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lifecycle (issue, rotate, revoke) workflows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07992" y="4014216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72584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MDR + 15-minute critical SLA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07992" y="4517136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72584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8-framework compliance program + CJIS (Phase 1)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507992" y="5020056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72584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Jian SIEM for continuous evidence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07992" y="5522976"/>
            <a:ext cx="91440" cy="91440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72584" y="5440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Audit-evidence pack a state CSO can use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110728" y="21031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110728" y="2103120"/>
            <a:ext cx="3611880" cy="91440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275320" y="2286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STORY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275320" y="2487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joint customer gets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311896" y="3008376"/>
            <a:ext cx="91440" cy="91440"/>
          </a:xfrm>
          <a:prstGeom prst="ellipse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76488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signed CJIS Security Addendum, not two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311896" y="3511296"/>
            <a:ext cx="91440" cy="91440"/>
          </a:xfrm>
          <a:prstGeom prst="ellipse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76488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Phishing-resistant MFA satisfied day one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311896" y="4014216"/>
            <a:ext cx="91440" cy="91440"/>
          </a:xfrm>
          <a:prstGeom prst="ellipse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476488" y="39319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other CJIS policy areas covered by the wrap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8311896" y="4517136"/>
            <a:ext cx="91440" cy="91440"/>
          </a:xfrm>
          <a:prstGeom prst="ellipse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76488" y="44348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evidence — not annual scramble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8311896" y="5020056"/>
            <a:ext cx="91440" cy="91440"/>
          </a:xfrm>
          <a:prstGeom prst="ellipse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76488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accountable team across hardware + ops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311896" y="5522976"/>
            <a:ext cx="91440" cy="91440"/>
          </a:xfrm>
          <a:prstGeom prst="ellipse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76488" y="5440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deal that HID, Identiv currently win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675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43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6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675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86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6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1" y="301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 · THE HONEST GAP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0972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CJIS phishing-resistant MFA has been mandatory since October 1, 2024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policy keeps tightening. Two questions: what the market needs, and what Technijian can honestly say it has.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CardLogix Corporation  |  2026-05-29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21031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2402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TIMING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2633472"/>
            <a:ext cx="164592" cy="164592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" y="2798064"/>
            <a:ext cx="18288" cy="676656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560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27432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CJIS Security Policy 5.9.5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explicitly mandated for every account that touches CJI. Phishing-resistant factors required.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3547872"/>
            <a:ext cx="164592" cy="164592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" y="3712464"/>
            <a:ext cx="18288" cy="676656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3474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1, 2024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36576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deadline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deadline for all entities accessing CJI to have MFA in place. No grace period.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5800" y="4462272"/>
            <a:ext cx="164592" cy="164592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" y="4626864"/>
            <a:ext cx="18288" cy="676656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3891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" y="4572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CJIS Security Policy 6.0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4846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Tightens password + MFA further. Aligns explicitly to NIST 800-53 Rev 5. SMS-MFA is out.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" y="5376672"/>
            <a:ext cx="164592" cy="164592"/>
          </a:xfrm>
          <a:prstGeom prst="ellipse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303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4400" y="5486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market is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14400" y="5760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Agencies are mid-cycle on PIV / FIDO2 rollouts. The hardware side moves; the managed-IT wrap lags.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99632" y="21031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1A1A2E"/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2103120"/>
            <a:ext cx="109728" cy="4160520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2860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GAP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46520" y="25420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Technijian has — and what's next.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46520" y="2926080"/>
            <a:ext cx="50749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AAC8"/>
                </a:solidFill>
              </a:rPr>
              <a:t>What we have today.
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</a:rPr>
              <a:t>Eight compliance frameworks running in production — HIPAA, SOC 2, PCI-DSS, CMMC, GDPR, NIST CSF, CIS, ISO 27001. The same NIST 800-53 control families CJIS 6.0 explicitly aligns to. The Lego pieces — Entra ID, Defender, conditional access, Teramind, Passportal, My Jian — are all in place.
</a:t>
            </a:r>
            <a:pPr indent="0" marL="0">
              <a:buNone/>
            </a:pPr>
            <a:r>
              <a:rPr lang="en-US" sz="1100" b="1" dirty="0">
                <a:solidFill>
                  <a:srgbClr val="F67D4B"/>
                </a:solidFill>
              </a:rPr>
              <a:t>What we have NOT done.
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</a:rPr>
              <a:t>We have not delivered a CJIS engagement before. We will not claim otherwise. CJIS is not the ninth framework in our brochure today — it would be the ninth we'd stand up.
</a:t>
            </a:r>
            <a:pPr indent="0" marL="0">
              <a:buNone/>
            </a:pPr>
            <a:r>
              <a:rPr lang="en-US" sz="1100" b="1" dirty="0">
                <a:solidFill>
                  <a:srgbClr val="CBDB2D"/>
                </a:solidFill>
              </a:rPr>
              <a:t>The path, if Track B becomes real.
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</a:rPr>
              <a:t>~90 days to credentialed. Bottleneck = FBI fingerprint clearance for 4–8 engineers (6–12 weeks each). In parallel: CJIS Security Addendum legal review, SOPs layered on our CMMC base, FIPS-validation evidence packs, California CSA introduction.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675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0430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9186" y="32004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1675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0430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9186" y="41879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0430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6" y="51755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9381" y="3017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8686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WE'D ENGAGE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10972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first. No pricing in the meeting. Land small, expand on signal.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155448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tracks follow the same low-commitment path — a small first step that earns the right to a bigger 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1874520"/>
            <a:ext cx="11201400" cy="9144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6446520"/>
            <a:ext cx="11292840" cy="10973"/>
          </a:xfrm>
          <a:prstGeom prst="rect">
            <a:avLst/>
          </a:prstGeom>
          <a:solidFill>
            <a:srgbClr val="D8E0EA"/>
          </a:solidFill>
          <a:ln w="12700">
            <a:solidFill>
              <a:srgbClr val="D8E0E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  |  For CardLogix Corporation  |  2026-05-29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D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21945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502920" y="3291840"/>
            <a:ext cx="2670048" cy="2926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291840"/>
            <a:ext cx="2670048" cy="54864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" y="34747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" y="3931920"/>
            <a:ext cx="2340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30-minute working session. Walk the environment (Track A) or the CJIS deal flow (Track B). No quote produced here — just a shared picture.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718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3538728" y="21945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3355848" y="3291840"/>
            <a:ext cx="2670048" cy="2926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55848" y="3291840"/>
            <a:ext cx="2670048" cy="54864"/>
          </a:xfrm>
          <a:prstGeom prst="rect">
            <a:avLst/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4747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assessment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520440" y="3931920"/>
            <a:ext cx="2340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A: 2-hour environment baseline with top-risk report. Track B: 1-page partnership concept doc tailored to forward to Sebastien.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824728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6391656" y="21945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91656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6208776" y="3291840"/>
            <a:ext cx="2670048" cy="2926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08776" y="3291840"/>
            <a:ext cx="2670048" cy="54864"/>
          </a:xfrm>
          <a:prstGeom prst="rect">
            <a:avLst/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3368" y="34747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quote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373368" y="3931920"/>
            <a:ext cx="2340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A: Co-Managed proposal with line-item per-endpoint pricing. Track B: joint-GTM term sheet with Phase 1 (clearance) milestones.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677656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E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44" name="Shape 42"/>
          <p:cNvSpPr/>
          <p:nvPr/>
        </p:nvSpPr>
        <p:spPr>
          <a:xfrm>
            <a:off x="9244584" y="219456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CBDB2D"/>
          </a:solidFill>
          <a:ln w="12700">
            <a:solidFill>
              <a:srgbClr val="CBDB2D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44584" y="21945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46" name="Shape 44"/>
          <p:cNvSpPr/>
          <p:nvPr/>
        </p:nvSpPr>
        <p:spPr>
          <a:xfrm>
            <a:off x="9061704" y="3291840"/>
            <a:ext cx="2670048" cy="292608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061704" y="3291840"/>
            <a:ext cx="2670048" cy="54864"/>
          </a:xfrm>
          <a:prstGeom prst="rect">
            <a:avLst/>
          </a:prstGeom>
          <a:solidFill>
            <a:srgbClr val="CBDB2D"/>
          </a:solidFill>
          <a:ln w="12700">
            <a:solidFill>
              <a:srgbClr val="CBDB2D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26296" y="34747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and expand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226296" y="3931920"/>
            <a:ext cx="23408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A: 30-day pilot ramp; expand to vCIO + projects on signal. Track B: first joint LE pursuit; expand the wrap on win.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DB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>
              <a:alpha val="30000"/>
            </a:srgbClr>
          </a:solidFill>
          <a:ln w="12700">
            <a:solidFill>
              <a:srgbClr val="1A1A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EAAC8">
              <a:alpha val="12000"/>
            </a:srgbClr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6576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1675" y="36576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0430" y="365760"/>
            <a:ext cx="82296" cy="82296"/>
          </a:xfrm>
          <a:prstGeom prst="roundRect">
            <a:avLst>
              <a:gd name="adj" fmla="val 16667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9186" y="36576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46451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1675" y="46451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0430" y="464515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9186" y="464515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563270"/>
            <a:ext cx="82296" cy="82296"/>
          </a:xfrm>
          <a:prstGeom prst="roundRect">
            <a:avLst>
              <a:gd name="adj" fmla="val 16667"/>
            </a:avLst>
          </a:prstGeom>
          <a:solidFill>
            <a:srgbClr val="94A3AF"/>
          </a:solidFill>
          <a:ln w="12700">
            <a:solidFill>
              <a:srgbClr val="94A3A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1675" y="563270"/>
            <a:ext cx="82296" cy="82296"/>
          </a:xfrm>
          <a:prstGeom prst="roundRect">
            <a:avLst>
              <a:gd name="adj" fmla="val 16667"/>
            </a:avLst>
          </a:prstGeom>
          <a:solidFill>
            <a:srgbClr val="006DB6"/>
          </a:solidFill>
          <a:ln w="12700">
            <a:solidFill>
              <a:srgbClr val="006DB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0430" y="563270"/>
            <a:ext cx="82296" cy="82296"/>
          </a:xfrm>
          <a:prstGeom prst="roundRect">
            <a:avLst>
              <a:gd name="adj" fmla="val 16667"/>
            </a:avLst>
          </a:prstGeom>
          <a:solidFill>
            <a:srgbClr val="1EAAC8"/>
          </a:solidFill>
          <a:ln w="12700">
            <a:solidFill>
              <a:srgbClr val="1EAAC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9186" y="563270"/>
            <a:ext cx="82296" cy="82296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9381" y="3474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TECHNIJIAN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292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1234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next steps. </a:t>
            </a:r>
            <a:pPr indent="0" marL="0">
              <a:buNone/>
            </a:pPr>
            <a:r>
              <a:rPr lang="en-US" sz="34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commitment.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502920" y="2331720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EAA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4688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A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30-min IT assessment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2461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walk your environment for an hour or two, baseline what's there, surface top risks, and come back with a scoped Co-Managed option for your shop. No commitment past the assessment.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331720"/>
            <a:ext cx="5577840" cy="2560320"/>
          </a:xfrm>
          <a:prstGeom prst="roundRect">
            <a:avLst>
              <a:gd name="adj" fmla="val 285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67D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4688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7D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concept brief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83680" y="32461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put a 1–2 page CJIS partnership concept on paper — thesis, joint-GTM motion, the 90-day clearance path, what each side needs from the other. You forward it to Sebastien if it resonates.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212080"/>
            <a:ext cx="11155680" cy="777240"/>
          </a:xfrm>
          <a:prstGeom prst="roundRect">
            <a:avLst>
              <a:gd name="adj" fmla="val 47059"/>
            </a:avLst>
          </a:prstGeom>
          <a:solidFill>
            <a:srgbClr val="F67D4B"/>
          </a:solidFill>
          <a:ln w="12700">
            <a:solidFill>
              <a:srgbClr val="F67D4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212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Book a 30-minute meeting   ·   </a:t>
            </a:r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8000"/>
                  </a:srgbClr>
                </a:solidFill>
              </a:rPr>
              <a:t>rjain@technijian.com   ·   949.379.8499 x201   ·   technijian.com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" y="61722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Technology Dr. Ste 141, Irvine CA 92618  ·  Same business park as you.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Technijian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Technijian for CardLogix</dc:title>
  <dc:subject>Technijian for CardLogix — Two Conversations Worth Having</dc:subject>
  <dc:creator>Technijian</dc:creator>
  <cp:lastModifiedBy>Technijian</cp:lastModifiedBy>
  <cp:revision>1</cp:revision>
  <dcterms:created xsi:type="dcterms:W3CDTF">2026-06-24T16:10:34Z</dcterms:created>
  <dcterms:modified xsi:type="dcterms:W3CDTF">2026-06-24T16:10:34Z</dcterms:modified>
</cp:coreProperties>
</file>