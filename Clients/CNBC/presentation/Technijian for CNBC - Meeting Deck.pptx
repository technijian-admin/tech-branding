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Thank Cheryl for returning the call and for her time. You're Ravi, you lead Technijian — Irvine-based, ~25 years, and you work with a lot of small, fully-remote teams. Frame today as a working conversation about securing her remote team and what it costs — NOT a hard sell. She's the Owner/CEO, she's not technical, and she's exploring. Keep it relaxed and plain-spoken.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six quick stops, ending on pricing and a no-commitment next step. Say it plainly: "I won't oversell a 7-person team — you'll leave knowing what you need and what it costs." Then hand her the wheel: "Anything you specifically want to make sure we cover?" Let her priorities reorder the talk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notes back to show you listened. Confirm each number LIVE — still ~7 people? still CA/AZ/NY/MD? still no server, everything in Microsoft 365? Is the college intern still the only IT help? This is discovery, so correct anything wrong on the spot. Good probes: "What's eating the intern's time?" / "Has anything scared you on the security side lately?" / "Besides you, who weighs in on this decision?"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moment, in plain English. The point: with no office and no server, there's no network to defend — so protection moves to two places, the LOGIN and the LAPTOP. Watch for the 'aha.' Avoid jargon. If she's nodding, move fast; if she looks puzzled, slow down on "the login is the new lock" — that's the idea everything else hangs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respectful — she likes and trusts the intern, and may feel protective. The message is NOT "fire the intern." It's: one part-time person can't watch 7 laptops across 4 time zones around the clock, and the knowledge walks out the door at graduation. Offer CO-MANAGED — we work alongside and even mentor the intern. That lowers her guilt and her sense of risk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 question she came with. Walk the six layers briefly — don't lecture. Emphasize Layer 1 (MFA / identity) and Layer 5 (people / training) as the highest-leverage, lowest-cost wins. Call out Layer 4 in plain terms: "Microsoft 365 is not a backup — if a file is deleted or hit by ransomware, you need an independent copy." Tie every layer back to "works on each laptop, wherever it is — no office required."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she does not need all five. Say: "You'd start with My IT + My Security; that's the core of what you asked for. The rest are here when you grow." Mention My Compliance only as the answer to "when a funder or board asks how you protect their data." Do NOT pitch My AI / SEO / Lead Gen unless she asks — wrong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value framing for HER business. She sells trust to nonprofits; a breach of donor or grant data isn't just downtime, it's existential to her brand. More funders and boards now ask consultants how they protect data — being able to say "we're professionally secured" wins and keeps work. Use this to flip security from a cost into a competitive advantage she can talk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explicitly asked for pricing — so deliver, but keep control of the framing. Walk the itemized per-person stack so the number feels EARNED, not pulled from the air. Land on about $90 per user — roughly $630 a month for all seven. Then immediately add: "That's an estimate using our standard small-business packages — the same way we price other 7-person teams. Your fixed quote comes after a free 30-minute assessment, and nonprofit Microsoft 365 licensing (often free or deeply discounted) brings it down further." If she pushes for an exact number: "Give me 30 minutes to look at your setup and I'll put a fixed number in writing." NEVER discuss our cost basis or how we staff it — only her investment. (Source: standard desktop $26.50 + email/Inky $4.75 + M365 backup $4.00 + training $6.00 + ~$46 managed help-desk per person, + $20/mo domain monitoring.)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stakes. The only thing you're asking for today is Step 2 — a free 30-minute assessment. Everything after is gated and reversible. Reassure on speed: "We secure identities and laptops first, in days — you'd feel safer inside the first week." Reassure on the intern: we can run alongside them. No long lock-in talk; this is about earning the next small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ONE thing: book the free remote-security assessment. Offer the 1-page secure-remote-team checklist as a give-away no matter what — it keeps goodwill if she's not ready to decide. Confirm the best email to send things to and propose a specific time this week. End warm, zero pressure. Then send a short recap email TODAY with your signature and the booking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EAAC8">
              <a:alpha val="12000"/>
            </a:srgbClr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F67D4B">
              <a:alpha val="8000"/>
            </a:srgbClr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pic>
        <p:nvPicPr>
          <p:cNvPr id="6" name="Image 0" descr="C:/vscode/tech-branding/tech-branding/assets/Technijian Logo -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468880" cy="5165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0" y="868680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1A1A2E">
              <a:alpha val="70000"/>
            </a:srgbClr>
          </a:solidFill>
          <a:ln w="12700">
            <a:solidFill>
              <a:srgbClr val="1EAA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0" y="868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CNBC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Creative Nonprofit Business Consultants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 fully remote team — wherever your people log in.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881360" cy="16459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892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briefing  |  Ravi Jain ↔ Cheryl Taylor (Owner &amp; CEO)  |  Fri 2026-06-05  |  1:00 PM PT  |  Teams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2303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for a distributed, cloud-only nonprofit consultancy  ·  7 people  ·  4 states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59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Technology Dr. Ste 141, Irvine CA 92618  ·  technijian.com  ·  949.379.8499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like to cover today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conversation, not a hard pitch. You wanted to understand cybersecurity for a remote team, and pricing — so that's where we'll spend the time.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48840"/>
            <a:ext cx="365760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TODAY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27889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 a clear, plain-language picture of how a 7-person, fully remote team gets secured — and what it costs — so you can decide your next step with no pressure.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AAC8"/>
                </a:solidFill>
              </a:rPr>
              <a:t>You bring the questions.
</a:t>
            </a:r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We bring straight answers — and we won't oversell a team your size.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8912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74920" y="21762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 from you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2441448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people, 4 states, no server, intern-run IT — said back to make sure we got it right.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89120" y="28712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074920" y="28529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remote is a different security problem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74920" y="3118104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there's no office network, the rules change. In plain terms.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89120" y="3547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074920" y="35295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secure a fully remote team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74920" y="379476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layers that protect each laptop and login — no server required.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389120" y="42245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074920" y="4206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managed IT + security looks like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074920" y="4471416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Technijian services, right-sized to a small nonprofit consultancy.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389120" y="49011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8912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074920" y="48828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— real numbers for seven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074920" y="5148072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price, what 7 users runs, nonprofit savings, and the path to a firm quote.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389120" y="5577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8912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5074920" y="55595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074920" y="5824728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free, no-commitment security assessment of your setup.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situation, said back to you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conversation with Jannea and Sierra. If we got anything wrong, today's the time to fix it.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267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4360" y="288950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&amp; LAPTOPS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00984" y="214884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00984" y="2267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392424" y="288950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STATES  ·  CA AZ NY MD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214884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99048" y="2267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190488" y="288950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SERVERS (CLOUD-ONLY)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897112" y="214884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7112" y="2267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988552" y="288950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RUNNING IT TODAY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611880"/>
            <a:ext cx="11201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611880"/>
            <a:ext cx="109728" cy="256032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3794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MEANS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" y="411480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Fully remote, no office network.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Laptops in California, Arizona, New York, and Maryland — nothing tying them together but the cloud. You and your admin assistant work from a small office; everyone else is distributed.
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Cloud-only.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No server to defend — your work lives in Microsoft 365 and on each individual laptop. That changes where security has to live.
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Cybersecurity is the priority — and there's no IT provider yet.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 college intern has carried IT so far. You want professional protection for a distributed team, and a clear answer on what it costs.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there's no office, every laptop is the front door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remote, cloud-only team isn't a smaller version of an office — it's a different shape. Here's why, in plain terms.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03120"/>
            <a:ext cx="26060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 you don't have)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02666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29718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office with one network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3648456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" y="359359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firewall at the door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" y="427024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421538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in a closet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" y="489204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" y="483717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staff down the hall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" y="551383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" y="545896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behind one wall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210312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1840" y="2103120"/>
            <a:ext cx="260604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reality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456432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(remote-first)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74720" y="3026664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39312" y="29718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laptops, 7 home networks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74720" y="364845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39312" y="359359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states, multiple time zones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474720" y="4270248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39312" y="421538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Microsoft 365 / the cloud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474720" y="4892040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39312" y="483717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login = the keys to everything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474720" y="5513832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39312" y="545896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wall — each device on its own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99632" y="2103120"/>
            <a:ext cx="5504688" cy="1261872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5080" y="22860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550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7178040" y="22677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perimeter is gone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178040" y="25603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office wall to hide behind. Each laptop is exposed on its own home or coffee-shop Wi-Fi — so protection has to live on the device itself.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199632" y="3493008"/>
            <a:ext cx="5504688" cy="1261872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55080" y="3675888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55080" y="3675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7178040" y="3657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login is the new lock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178040" y="395020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Whoever controls your Microsoft 365 sign-in controls your data. Securing that login — with MFA and access rules — is job number one.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199632" y="4882896"/>
            <a:ext cx="5504688" cy="1261872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55080" y="5065776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55080" y="50657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52" name="Text 49"/>
          <p:cNvSpPr/>
          <p:nvPr/>
        </p:nvSpPr>
        <p:spPr>
          <a:xfrm>
            <a:off x="7178040" y="5047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must be remote-native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7178040" y="53400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assume a server or an office don't fit you. Yours have to reach every laptop over the internet and manage it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TODAY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intern got you here. Securing a distributed team is a team sport.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knock on your intern — it's that protecting 7 laptops across 4 time zones, around the clock, is more than any one person can carry.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48840"/>
            <a:ext cx="54864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3172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FOR ONE PERSON — THROUGH NO FAULT OF THEIRS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7512" y="255117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intern can't cover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" y="3017520"/>
            <a:ext cx="51572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24/7 monitoring across multiple time zones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After-hours and weekend incident response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documented, repeatable security baseline applied the same way to every laptop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Accountability — guaranteed response times, and insurance behind the work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Continuity when they graduate or move on — today the knowledge lives in one head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9632" y="214884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2148840"/>
            <a:ext cx="548640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4224" y="233172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WITH A MANAGED PARTNER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64224" y="255117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team adds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4224" y="3017520"/>
            <a:ext cx="51572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credentialed team and 24/7 managed detection &amp; response behind every laptop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Written security standards, applied consistently to all 7 devices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 number to call — with defined, guaranteed response times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Knowledge that stays — documented and owned by us, not stuck in one person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 can mentor your intern alongside us (co-managed), so they grow with you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TO YOUR QUESTION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secure a fully remote team — no server required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layers that travel with each person, wherever they log in. This is exactly what you asked us to explain.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03120"/>
            <a:ext cx="361188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7512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7512" y="288950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authentication on every login, smart access rules, and hardened Microsoft 365 sign-ins. The login is the new perimeter — we lock it down first.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6824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06824" y="2103120"/>
            <a:ext cx="361188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71416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71416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protected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71416" y="288950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antivirus + threat detection on all 7 laptops, disk encryption, and automatic updates — enforced over the internet, no office visit needed.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2103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10728" y="2103120"/>
            <a:ext cx="361188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75320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web defense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75320" y="288950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and spam filtering, malicious-link protection, and safe web/DNS filtering. Most attacks arrive by email — we stop them before the click.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42062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4206240"/>
            <a:ext cx="3611880" cy="91440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" y="438912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67512" y="460857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backup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7512" y="499262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ransomware-resilient backup of your Microsoft 365 data with fast recovery. The cloud by itself is not a backup.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6824" y="42062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06824" y="4206240"/>
            <a:ext cx="36118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71416" y="438912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471416" y="460857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people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471416" y="499262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security-awareness training and simulated phishing. Your team becomes your strongest layer instead of the weakest link.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10728" y="42062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10728" y="4206240"/>
            <a:ext cx="361188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75320" y="438912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75320" y="460857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on glass, 24/7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275320" y="4992624"/>
            <a:ext cx="3282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detection &amp; response watching alerts around the clock, with a defined response when something looks wrong — across every time zone your team works 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TECHNIJIAN STACK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services — you'd start with just the first two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works on its own. For a team your size, My IT + My Security is the foundation; the rest are here when you grow.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03120"/>
            <a:ext cx="361188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&amp; CO-MANAGED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7512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" y="2889504"/>
            <a:ext cx="3282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desk + monitoring + patching for your laptops and Microsoft 365. We can run it fully, or alongside your intern.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7512" y="381304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06824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06824" y="2103120"/>
            <a:ext cx="361188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71416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MDR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71416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Security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71416" y="2889504"/>
            <a:ext cx="3282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+ email security + MFA-everywhere + 24/7 monitoring and response. This is the core of what you came to us for.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71416" y="381304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110728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103120"/>
            <a:ext cx="361188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CLIENTS ASK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Compliance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75320" y="288950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HIPAA, SOC 2, and more — evidence and guidance for when a funder or client asks how you protect their data.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2920" y="43434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343400"/>
            <a:ext cx="3611880" cy="91440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" y="452628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SECURITY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7512" y="474573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Jian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7512" y="512978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Technijian-built monitoring that watches across your tools and produces a plain monthly security report.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306824" y="43434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06824" y="4343400"/>
            <a:ext cx="361188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71416" y="452628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YOU'RE READY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471416" y="474573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/ My Dev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471416" y="512978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AI and custom builds — a later conversation, only if and when it helps the mission.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firm that serves nonprofits, trust is the product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isn't overhead for CNBC — it's part of the credibility you sell to the organizations that rely on you.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03120"/>
            <a:ext cx="548640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5054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hold sensitive data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2944368"/>
            <a:ext cx="5157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financials, grant and donor information, board materials. A breach there isn't just downtime — it's a hit to the trust your business runs 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9632" y="21031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103120"/>
            <a:ext cx="548640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25054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clients are starting to ask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64224" y="2944368"/>
            <a:ext cx="5157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Funders, boards, and partners increasingly ask consultants “how do you protect our data?” A clear, confident answer helps you win and keep work.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931920"/>
            <a:ext cx="548640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43342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Nonprofits are targeted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" y="4773168"/>
            <a:ext cx="5157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see mission-driven organizations — and the firms that serve them — as softer targets. Being the secure consultant is a real differentiator.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99632" y="39319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3931920"/>
            <a:ext cx="548640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64224" y="43342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more with less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64224" y="4773168"/>
            <a:ext cx="5157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security gives a 7-person firm enterprise-grade protection without an enterprise budget — and gets you out of being the help desk.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5742432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57424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good data stewardship isn't a cost for CNBC — it's part of the value you offer the nonprofits you serve.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— real numbers for seven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asked about cost, so here it is. This is how we price a team your size, using our standard small-business security packages. Your final, fixed quote is set after a free assessment.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68580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03120"/>
            <a:ext cx="685800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042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PROTECTS EACH PERSON  ·  PER MONTH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2615184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 — EDR + threat detection + DNS filtering + patching + remote support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26151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$26.50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3017520"/>
            <a:ext cx="6446520" cy="7315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03580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security &amp; archiving (anti-phishing / anti-spam)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30358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$4.75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3232" y="3438144"/>
            <a:ext cx="6446520" cy="7315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456432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cloud backup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55080" y="34564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13232" y="3858768"/>
            <a:ext cx="6446520" cy="7315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387705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Security-awareness training (simulated phishing)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55080" y="38770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$6.00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4279392"/>
            <a:ext cx="6446520" cy="7315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429768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help desk &amp; 24/7 monitoring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355080" y="4297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~$46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13232" y="4700016"/>
            <a:ext cx="6446520" cy="7315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4754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0" y="4754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$87 / mo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3232" y="51389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Email-domain (DMARC/DKIM) monitoring — whole org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55080" y="5138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/ mo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13232" y="54681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as you grow: encrypted email, advanced identity / single sign-on, deeper activity monitoring.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543800" y="210312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43800" y="2103120"/>
            <a:ext cx="416052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54112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ESTIMATE — ALL 7 USERS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54112" y="2578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$630</a:t>
            </a:r>
            <a:endParaRPr lang="en-US" sz="4400" dirty="0"/>
          </a:p>
        </p:txBody>
      </p:sp>
      <p:sp>
        <p:nvSpPr>
          <p:cNvPr id="38" name="Text 35"/>
          <p:cNvSpPr/>
          <p:nvPr/>
        </p:nvSpPr>
        <p:spPr>
          <a:xfrm>
            <a:off x="7754112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 ·  about $90 / user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54112" y="352958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Microsoft 365 nonprofit licensing — often free or deeply discounted — lowers it further.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754112" y="4114800"/>
            <a:ext cx="3703320" cy="9144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54112" y="4315968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18704" y="42611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predictable monthly — one bundle, billed per person.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754112" y="4773168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18704" y="47183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shown — nothing hidden, you approve the scope.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754112" y="5230368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18704" y="5175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quote in writing after a free 30-minute assessment.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estimate using our standard small-business security packages — the same way we price other 7-person teams. Final fixed monthly quote is set after a free assessment, and before nonprofit Microsoft 365 licensing.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pic>
        <p:nvPicPr>
          <p:cNvPr id="3" name="Image 0" descr="C:/vscode/tech-branding/tech-branding/assets/Technijian Logo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600200" cy="334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WE'D ENGAGE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07899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first. Start small. No long lock-in.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low-commitment path — a small first step that earns the right to the next one.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Creative Nonprofit Business Consultants  |  2026-06-05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02920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291840"/>
            <a:ext cx="2670048" cy="54864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7512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30-minute conversation (today). We learn your team, devices, and what matters most. No commitment.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71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3538728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38728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3355848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55848" y="3291840"/>
            <a:ext cx="2670048" cy="54864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0440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security assessment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520440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review your Microsoft 365 setup and the 7 laptops, then hand you a plain-language risk snapshot — what's exposed, ranked.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2472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6391656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91656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6208776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08776" y="3291840"/>
            <a:ext cx="2670048" cy="54864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73368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quote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73368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fixed, per-user monthly proposal with nonprofit licensing applied. Every line explained, nothing hidden.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677656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9244584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44584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Shape 31"/>
          <p:cNvSpPr/>
          <p:nvPr/>
        </p:nvSpPr>
        <p:spPr>
          <a:xfrm>
            <a:off x="9061704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61704" y="3291840"/>
            <a:ext cx="2670048" cy="54864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26296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&amp; protect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226296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secure identities and laptops first (days, not months), then settle into 24/7 managed protection — alongside your intern if you like.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D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30000"/>
            </a:srgbClr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EAAC8">
              <a:alpha val="12000"/>
            </a:srgbClr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pic>
        <p:nvPicPr>
          <p:cNvPr id="5" name="Image 0" descr="C:/vscode/tech-branding/tech-branding/assets/Technijian Logo -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0" cy="420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next step. </a:t>
            </a:r>
            <a:pPr indent="0" marL="0">
              <a:buNone/>
            </a:pPr>
            <a:r>
              <a:rPr lang="en-US" sz="34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commitment.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02920" y="23317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EAA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468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remote-security assessment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review your Microsoft 365 and your 7 laptops, then come back with a plain-language risk snapshot and a fixed, per-user quote — with nonprofit pricing applied. You decide from there.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23317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67D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468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THIS EITHER WAY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1-page secure-remote-team checklist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plain checklist of the protections every fully remote team should have — yours to keep and act on, whether or not we work together.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47059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5212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Book a 30-minute assessment   ·   </a:t>
            </a:r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</a:rPr>
              <a:t>rjain@technijian.com   ·   949.379.8499   ·   technijian.com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Technology Dr. Ste 141, Irvine CA 92618  ·  Securely supporting fully remote teams.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Technijian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Technijian for Creative Nonprofit Business Consultants</dc:title>
  <dc:subject>Technijian for Creative Nonprofit Business Consultants — Securing a Fully Remote Team</dc:subject>
  <dc:creator>Technijian</dc:creator>
  <cp:lastModifiedBy>Technijian</cp:lastModifiedBy>
  <cp:revision>1</cp:revision>
  <dcterms:created xsi:type="dcterms:W3CDTF">2026-06-24T16:10:29Z</dcterms:created>
  <dcterms:modified xsi:type="dcterms:W3CDTF">2026-06-24T16:10:29Z</dcterms:modified>
</cp:coreProperties>
</file>