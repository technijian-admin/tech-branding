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as a solution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3716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Guide 2026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Updated March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Technology Dr., Ste 141  |  Irvine, CA 92618  |  949.379.8500  |  technijian.com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Founded in 2000 by Ravi Jain, Technijian has grown from a single consultant into a full-spectrum IT services company with U.S. and India offices, serving businesses across Orange County and nationwide.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 we deliver managed IT, cybersecurity, cloud, AI, compliance, and custom development — backed by 24/7 support through our dedicated "Technijians" pod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56032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097280"/>
            <a:ext cx="64008" cy="100584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188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172200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Years in Business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286000"/>
            <a:ext cx="256032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2286000"/>
            <a:ext cx="64008" cy="1005840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24/7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474720"/>
            <a:ext cx="64008" cy="1005840"/>
          </a:xfrm>
          <a:prstGeom prst="rect">
            <a:avLst/>
          </a:prstGeom>
          <a:solidFill>
            <a:srgbClr val="1EAAC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Companies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Six Service Pillars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904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Managed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Desktop, server, VoIP, network maintenance, 24/7 monitoring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371600"/>
            <a:ext cx="502920" cy="502920"/>
          </a:xfrm>
          <a:prstGeom prst="ellipse">
            <a:avLst/>
          </a:prstGeom>
          <a:solidFill>
            <a:srgbClr val="F67D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4904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CrowdStrike protection, threat monitoring, incident response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rgbClr val="1EAA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4904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Solutions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cloud, AWS, Microsoft 365, SD-WAN, hybrid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0175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3192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HIPAA, PCI, SOC 2, GDPR, disaster recovery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11880" y="3200400"/>
            <a:ext cx="502920" cy="502920"/>
          </a:xfrm>
          <a:prstGeom prst="ellipse">
            <a:avLst/>
          </a:prstGeom>
          <a:solidFill>
            <a:srgbClr val="F67D4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331927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&amp; AI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6118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.NET 8, React, AI-driven dev, CoPilot, SEO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468880" cy="16002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200400"/>
            <a:ext cx="502920" cy="502920"/>
          </a:xfrm>
          <a:prstGeom prst="ellipse">
            <a:avLst/>
          </a:prstGeom>
          <a:solidFill>
            <a:srgbClr val="1EAAC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31927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Consulting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CTO-as-a-Service, Power BI, assessments, roadmapping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Sets Us Apart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984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25+ Years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49040" y="1188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operation serving SMBs and mid-market enterprises since 2000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482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Technijians Pod Model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490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dedicated team assigned to your business — no fragmented MSP experience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688336"/>
            <a:ext cx="457200" cy="45720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9806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6883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24/7 Global Support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49040" y="2688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U.S. technicians + India office for round-the-clock coverage at no extra cost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4787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Cybersecurity-First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49040" y="3438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embedded in everything, not bolted on as an afterthought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006DB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9768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AI-Forward Innovation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74904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Helping clients leverage AI, automation, and modern development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Positioning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146304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POSITIONING STATEMENT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 empowers small and mid-sized businesses with proactive IT management, cybersecurity, and AI-driven solutions — delivering enterprise-grade technology support with the responsiveness of a dedicated partner.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Support, Your Way.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tagline communicates flexibility, client-centricity, and partnership — core to the Technijian brand since its founding.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Personality &amp; Voice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ARCHETYPES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8229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64008" cy="82296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Trusted Advisor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Knowledgeable, dependable, never condescending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840480" cy="8229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64008" cy="82296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Partner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Anticipates problems, invested in your success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3840480" cy="8229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74720"/>
            <a:ext cx="64008" cy="82296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47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Innovative 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Embraces AI and emerging tech practically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 &amp; TONE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Down-to-earth and non-corporate. A knowledgeable friend offering clear, helpful guidance.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Friendly, </a:t>
            </a:r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not unprofessional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24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Informative, </a:t>
            </a:r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not authoritative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99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Smart, </a:t>
            </a:r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not complicated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75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Confident, </a:t>
            </a:r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not showy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050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Proactive, </a:t>
            </a:r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not pushy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Palette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28800" cy="1280160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Orange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#F67D4B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1828800" cy="128016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Blue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#006DB6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1188720" cy="1280160"/>
          </a:xfrm>
          <a:prstGeom prst="rect">
            <a:avLst/>
          </a:prstGeom>
          <a:solidFill>
            <a:srgbClr val="1EAAC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Blue/Green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#1EAAC8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46520" y="1371600"/>
            <a:ext cx="1188720" cy="1280160"/>
          </a:xfrm>
          <a:prstGeom prst="rect">
            <a:avLst/>
          </a:prstGeom>
          <a:solidFill>
            <a:srgbClr val="CBDB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Chartreuse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#CBDB2D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371600"/>
            <a:ext cx="1188720" cy="1280160"/>
          </a:xfrm>
          <a:prstGeom prst="rect">
            <a:avLst/>
          </a:prstGeom>
          <a:solidFill>
            <a:srgbClr val="59595B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#59595B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EXTENDED DIGITAL PALETTE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18288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 Charcoal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#1A1A2E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3840480"/>
            <a:ext cx="1828800" cy="640080"/>
          </a:xfrm>
          <a:prstGeom prst="rect">
            <a:avLst/>
          </a:prstGeom>
          <a:solidFill>
            <a:srgbClr val="2D2D2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 Black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#2D2D2D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840480"/>
            <a:ext cx="182880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 White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#F8F9FA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38404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#FFFFFF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Typography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is the corporate typeface and should be used in all instances where typography is present.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Light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five boxing wizards jump quickly.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Regular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770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five boxing wizards jump quickly.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Bold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93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five boxing wizards jump quickly.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H1 Page Titles   |   36-48px   |   Open Sans Bold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58114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H2 Section Titles   |   24-32px   |   Open Sans Bold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2744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H3 Subsections   |   18-24px   |   Open Sans Bold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8737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Body   |   16px   |   Open Sans Regular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502005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Captions   |   12-14px   |   Open Sans Light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Usage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as a solution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REVERSE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as a 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display size: 3 inches wide (proportionally scaled)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standard logo on light backgrounds, reverse on dark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227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remove, add, rotate, stretch, or resize individual elements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15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alter kerning or cover up portions of the logo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07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designated clearspace on all sides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Approved formats: Standard (full color), Reverse (white), Icon only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Photography &amp; Graphics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22860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 TECH AESTHETIC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hero sections, title slides, and landing pages. Desaturated, darkened images with 50% black overlay. White or orange text overlaid.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for: Headers, presentations, premium feel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749040" cy="2286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228600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 PEOPLE-FOCUSED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about pages, testimonials, and team profiles. Bright, naturally lit photography showing real people in professional settings.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for: Trust-building, about us, case studies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THIRD-PARTY LOGOS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logo: full color OK  |  Multiple logos: use greyscale  |  Use sparingly for partnerships/integrations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Brand Applications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978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13990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pages follow approved typography, color palette, image guidelines. Navigation reflects six service pillars. CTAs in Core Orange.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828800"/>
            <a:ext cx="76809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751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08760" y="2176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profile images (logo icon) and covers across all platforms. Post graphics use approved color palette with brand mark.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606040"/>
            <a:ext cx="76809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5234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Marketing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08760" y="29535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logo in header, Open Sans typography, Core Blue headers, Core Orange CTAs. Footer with contact info and social links.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383280"/>
            <a:ext cx="76809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958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Podcast &amp; Video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08760" y="37307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Episode artwork follows dark tech aesthetic. Thumbnails use Open Sans Bold with brand colors. Consistent across episodes.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0682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Collateral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508760" y="45079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8.5" x 11" format, left-justified text, approved colors, logo in header or footer. Dark/light sandwich pattern for multi-page docs.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&amp; Messaging Framework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14600" cy="32004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514600" cy="45720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SERVICES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with business outcome, not tech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specific about what AI enables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hype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integration and application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514600" cy="32004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97280"/>
            <a:ext cx="2514600" cy="457200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frameworks explicitly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 but don't guarantee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risk reduction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 to regulated industries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514600" cy="32004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2514600" cy="457200"/>
          </a:xfrm>
          <a:prstGeom prst="rect">
            <a:avLst/>
          </a:prstGeom>
          <a:solidFill>
            <a:srgbClr val="1EAAC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SEO CONTENT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for humans 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Keywords placed naturally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piece provides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optimization &amp; readability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Governance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MANAGER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Ravi Jain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949.379.8500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rjain@technijian.com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technijian.com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3152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Technology Dr., Ste 141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Irvine, CA 92618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0" y="1463040"/>
            <a:ext cx="347472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Shape 11"/>
          <p:cNvSpPr/>
          <p:nvPr/>
        </p:nvSpPr>
        <p:spPr>
          <a:xfrm>
            <a:off x="5029200" y="1463040"/>
            <a:ext cx="54864" cy="2926080"/>
          </a:xfrm>
          <a:prstGeom prst="rect">
            <a:avLst/>
          </a:prstGeom>
          <a:solidFill>
            <a:srgbClr val="006DB6"/>
          </a:solidFill>
          <a:ln/>
        </p:spPr>
      </p:sp>
      <p:sp>
        <p:nvSpPr>
          <p:cNvPr id="17" name="Text 12"/>
          <p:cNvSpPr/>
          <p:nvPr/>
        </p:nvSpPr>
        <p:spPr>
          <a:xfrm>
            <a:off x="53035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 the Brand Manager for: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0352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Approved logos (all formats)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303520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Presentation templates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03520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media templates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303520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templates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0352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 mockups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3035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Icon library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30352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7D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asset library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Brand Guide is a living document  |  Last updated: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Technijian Brand Guide 2026</dc:title>
  <dc:subject>PptxGenJS Presentation</dc:subject>
  <dc:creator>Technijian</dc:creator>
  <cp:lastModifiedBy>Technijian</cp:lastModifiedBy>
  <cp:revision>1</cp:revision>
  <dcterms:created xsi:type="dcterms:W3CDTF">2026-03-03T20:16:13Z</dcterms:created>
  <dcterms:modified xsi:type="dcterms:W3CDTF">2026-03-03T20:16:13Z</dcterms:modified>
</cp:coreProperties>
</file>