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VSCode\tech-branding\tech-branding\assets\logos\png\technijian-logo-reverse-white-5000x1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1945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EC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Subtitle or date goes here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as a solution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6D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Brief description of this section</a:t>
            </a:r>
            <a:endParaRPr lang="en-US" sz="1600" dirty="0"/>
          </a:p>
        </p:txBody>
      </p:sp>
      <p:pic>
        <p:nvPicPr>
          <p:cNvPr id="6" name="Image 0" descr="C:\VSCode\tech-branding\tech-branding\assets\logos\png\technijian-logo-reverse-white-5000x1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0"/>
            <a:ext cx="146304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DB6"/>
          </a:solidFill>
          <a:ln/>
        </p:spPr>
      </p:sp>
      <p:pic>
        <p:nvPicPr>
          <p:cNvPr id="3" name="Image 0" descr="C:\VSCode\tech-branding\tech-branding\assets\logos\png\technijian-logo-reverse-white-5000x1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137160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Title Here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point or paragraph text goes here. This is the main content area of the slide where you present information, data, or discussion points.</a:t>
            </a:r>
            <a:endParaRPr lang="en-US" sz="1500" dirty="0"/>
          </a:p>
          <a:p>
            <a:pPr indent="0" marL="0">
              <a:lnSpc>
                <a:spcPct val="14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paragraph or point. Use this area for your core message. Keep text concise and supplement with visuals where possible.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Third point with supporting detail. Remember to lead with the client's challenge, then present the Technijian solution.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DB6"/>
          </a:solidFill>
          <a:ln/>
        </p:spPr>
      </p:sp>
      <p:pic>
        <p:nvPicPr>
          <p:cNvPr id="3" name="Image 0" descr="C:\VSCode\tech-branding\tech-branding\assets\logos\png\technijian-logo-reverse-white-5000x1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137160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Two-Column Layout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840480" cy="2743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Left Column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 for the left side. Use this for comparisons, before/after scenarios, or presenting two related topics side by side.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754880" y="1828800"/>
            <a:ext cx="3840480" cy="2743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Right Column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 for the right side. Mirror the structure of the left column for visual consistency. Keep both columns balanced in content length.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DB6"/>
          </a:solidFill>
          <a:ln/>
        </p:spPr>
      </p:sp>
      <p:pic>
        <p:nvPicPr>
          <p:cNvPr id="3" name="Image 0" descr="C:\VSCode\tech-branding\tech-branding\assets\logos\png\technijian-logo-reverse-white-5000x1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137160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05840"/>
            <a:ext cx="4023360" cy="3749040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548640" y="2560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 Placeholder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93776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 Title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937760" y="1691640"/>
            <a:ext cx="1097280" cy="45720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9202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Description text goes here. This layout works well for showcasing a product screenshot, team photo, or data visualization alongside explanatory text.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006DB6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 transformed our IT infrastructure. Their dedicated pod team knows our systems better than we do, and their proactive approach means we rarely have issues anymore.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3657600"/>
            <a:ext cx="914400" cy="36576"/>
          </a:xfrm>
          <a:prstGeom prst="rect">
            <a:avLst/>
          </a:prstGeom>
          <a:solidFill>
            <a:srgbClr val="F67D4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Name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Title, Company Name</a:t>
            </a:r>
            <a:endParaRPr lang="en-US" sz="1400" dirty="0"/>
          </a:p>
        </p:txBody>
      </p:sp>
      <p:pic>
        <p:nvPicPr>
          <p:cNvPr id="6" name="Image 0" descr="C:\VSCode\tech-branding\tech-branding\assets\logos\png\technijian-logo-full-color-1200x2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389120"/>
            <a:ext cx="201168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VSCode\tech-branding\tech-branding\assets\logos\png\technijian-logo-reverse-white-5000x1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48640"/>
            <a:ext cx="3657600" cy="7589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Let’s Talk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EC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to make technology work for your business?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926080" y="3200400"/>
            <a:ext cx="3291840" cy="640080"/>
          </a:xfrm>
          <a:prstGeom prst="rect">
            <a:avLst>
              <a:gd name="adj" fmla="val 8571"/>
            </a:avLst>
          </a:prstGeom>
          <a:solidFill>
            <a:srgbClr val="F67D4B"/>
          </a:solidFill>
          <a:ln/>
        </p:spPr>
      </p:sp>
      <p:sp>
        <p:nvSpPr>
          <p:cNvPr id="6" name="Text 3"/>
          <p:cNvSpPr/>
          <p:nvPr/>
        </p:nvSpPr>
        <p:spPr>
          <a:xfrm>
            <a:off x="292608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949.379.8500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rjain@technijian.com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AA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technijian.com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Technology Dr., Ste 141, Irvine, CA 92618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Technijian Presentation Template</dc:title>
  <dc:subject>PptxGenJS Presentation</dc:subject>
  <dc:creator>Technijian</dc:creator>
  <cp:lastModifiedBy>Technijian</cp:lastModifiedBy>
  <cp:revision>1</cp:revision>
  <dcterms:created xsi:type="dcterms:W3CDTF">2026-03-07T19:24:03Z</dcterms:created>
  <dcterms:modified xsi:type="dcterms:W3CDTF">2026-03-07T19:24:03Z</dcterms:modified>
</cp:coreProperties>
</file>